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I'm going to show you a real engagement, the agent that runs part of it, and then give you both the method and the agent to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0:30–2:00. The 60-second self-contained story. Founded 1977, inter-spiritual retreat community. Property sale closes a chapter; nobody owns the ending. This is a FORENSIC engagement: start from nothing, rebuild the record, then run the goodbye with intention.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per Paul's Aug 15 edits. ⚠️ The $400,000 figure needs Mike Tessneer's written consent (due Tue Aug 18) — strike it if consent doesn't cover it. Sunset date shown as Dec 2026 (feedback said Dec 2025; assumed typo — confirm).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2:00–3:00. This is the map for the next three slides — watch the key in the corner. The framework is the brand and the brand is the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3:00–4:30. Mailing-list archaeology: exports, spreadsheets, paper fragments to one verified master. The segmentation matters: consent-first outreach to the unknown 1,984 — respect encoded in data structure. Work shown in ARC's own branding where screenshots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4:30–6:00. Fill the box Friday morning from the ALF run. Say it plainly: 'These numbers are from last night's circle — my agent briefed me this morning.' Pause one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6:00–7:30. Technical meat for this room. Fallback-first design: assume the API fails, label data freshness. Human-in-the-loop by contract, not accident. This exact agent — sanitized — is in the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7:30–8:30. The I of the triad: leadership through an ending. The fund amount now appears on the mandate slide — remove it there if Mike's written consent (due Tue Aug 18) doesn't cover it; this slide stays general. Land the positioning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8:30–9:30. The meta moment — deliver plainly, no flourish. One beat after 'in your inbox.'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9:30–10:00. DROP THE FORM LINK IN ZOOM CHAT NOW. One availability line, no pitch, no price. Then: 'Questions — let's go.'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24528" y="56692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3950208" y="932688"/>
            <a:ext cx="310896" cy="3108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932688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7276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NOTHING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 50-year organization well — with AI in the loop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391363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 ·  TRIAD Synergy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Driven Action for Business and Community Leaders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Consulting · Elite AI Operators · August 21,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engagement — ARC Retreat Community · Stanchfield, MN · 501(c)(3) · arcretreat.org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1, 2026 → June 30, 2027 (14 months) · Paul ≈10 hrs/wk @ $3,000/mo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Amy ≈10 hrs/wk — event facilitation, storytelling audio, written blogs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laid off.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3796" y="1389888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66544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90195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sold — 91 acres + buildings — to pay off debt. The retreat center goes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" y="2286000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962656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79806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Director departs. No succession plan; no handover of records, mailing list, backups, or passwords.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" y="3182112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858768"/>
            <a:ext cx="182880" cy="18288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94176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five-person board — worn out by the sale, emotionally beat up.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57800" y="123444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0680" y="1600200"/>
            <a:ext cx="3063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remained: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relationships —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 in one place.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5902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job: reconstruct the organization's memory — then help it end well, on purpose.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remains — and the mandate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64592" cy="164592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24358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chair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the charge — brought in two part-time contractors.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67712"/>
            <a:ext cx="164592" cy="164592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· TRIAD Synergy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systems, data, daily dashboards — and the sunset plan.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163824"/>
            <a:ext cx="164592" cy="16459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03580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A6E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Organizes and facilitates the listening sessions; turns the stories into oral and written histories published on the website.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969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1271016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27101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38928" y="127101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new fiscal agent and legally sunset the 501(c)(3) — by December 2026.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2167128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216712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138928" y="216712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founder and three designated Stewards, decide how $400,000 is distributed to pay ARC's mission forward.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3063240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8" name="Text 16"/>
          <p:cNvSpPr/>
          <p:nvPr/>
        </p:nvSpPr>
        <p:spPr>
          <a:xfrm>
            <a:off x="4645152" y="30632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38928" y="30632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celebration event, June 2027 — the final act.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041648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1F3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041648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4114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Daily dashboard to Paul, Amy, and the board chair through August.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Findings + recommendations from the listening sessions and community survey.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60-day legal sunset &amp; dissolution plan — cash assets to a fiscal agent, managed by the 3-person stewardship group with the founder.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method: I · We ·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90472" y="1417320"/>
            <a:ext cx="768096" cy="768096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3017520"/>
            <a:ext cx="768096" cy="7680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2404872" y="3017520"/>
            <a:ext cx="768096" cy="7680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149047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760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048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07592" y="2130552"/>
            <a:ext cx="-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41448" y="2130552"/>
            <a:ext cx="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032" y="3401568"/>
            <a:ext cx="950976" cy="0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640" y="1344168"/>
            <a:ext cx="274320" cy="27432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2070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the leader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Succession, identity, letting go. Someone has to own the ending.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3977640" y="2331720"/>
            <a:ext cx="274320" cy="274320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2194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— the community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heard before goodbye. Listening as infrastructure, not sentiment.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977640" y="33192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31821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— the systems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money, tech. Institutional memory is a systems problem.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fail when you optimize one dimension and neglect the other two.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— forensic reconstruction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53115" y="370332"/>
            <a:ext cx="246888" cy="24688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874520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30552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0552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verify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02152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58184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review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129784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85816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85816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57416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13448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C08A2E"/>
          </a:solidFill>
          <a:ln w="12700">
            <a:solidFill>
              <a:srgbClr val="C08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~2,400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reconstructed into one verified master list (V1→V5)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329184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472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opt-in supporters, imported with provenance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608076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1,984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unknown-connection contacts, segmented for consent-first outreach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02920" y="39776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operating layer nobody had — </a:t>
            </a:r>
            <a:pPr indent="0" marL="0"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· MailerLite · Claude Max · Stripe · Squarespace</a:t>
            </a:r>
            <a:pPr indent="0" marL="0"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website, email, donation rails. Donations are still being received.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is a data problem before it is a story problem.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— the Season of Listening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71261" y="370332"/>
            <a:ext cx="246888" cy="246888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We: former retreatants — individuals, churches, organizations — plus volunteers, donors, staff, and board members.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2,436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launch emails delivered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258568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rate on a rebuilt list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014216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— sector average is ~28.6%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237744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248716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5351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219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9087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871216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2871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5351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74904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2219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255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" y="325526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RSVPs (each)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5351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74904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2219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1772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9087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3639312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6393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Story-archive gifts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88036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5351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74904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219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1772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9087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2920" y="42245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Circles · community survey · story archive — a goodbye run on a scorecard.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06440" y="1115568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89320" y="1325880"/>
            <a:ext cx="2514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BC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— agent run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AUG 21 · 8:00 AM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FRESH NUMBERS ]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filled morning-of from the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report agent —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including last night's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Listening Circle (Aug 20).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agent: a daily report with judgment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704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sheet (live)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017520" y="1426464"/>
            <a:ext cx="457200" cy="1426464"/>
          </a:xfrm>
          <a:prstGeom prst="lin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502920" y="182880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sheet (live)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2084832"/>
            <a:ext cx="457200" cy="768096"/>
          </a:xfrm>
          <a:prstGeom prst="line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502920" y="248716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871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stream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457200" cy="-548640"/>
          </a:xfrm>
          <a:prstGeom prst="line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502920" y="314553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455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stats (fallback-first)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17520" y="3401568"/>
            <a:ext cx="457200" cy="-2523744"/>
          </a:xfrm>
          <a:prstGeom prst="line">
            <a:avLst/>
          </a:prstGeom>
          <a:noFill/>
          <a:ln/>
        </p:spPr>
      </p:sp>
      <p:sp>
        <p:nvSpPr>
          <p:cNvPr id="15" name="Text 13"/>
          <p:cNvSpPr/>
          <p:nvPr/>
        </p:nvSpPr>
        <p:spPr>
          <a:xfrm>
            <a:off x="303580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A2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20440" y="1170432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124358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/ target / stretch, pace not totals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2066544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139696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flags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forward until a human clears them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20440" y="2962656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358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ghost-written in the client lead's own voice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1170432"/>
            <a:ext cx="2240280" cy="2688336"/>
          </a:xfrm>
          <a:prstGeom prst="roundRect">
            <a:avLst>
              <a:gd name="adj" fmla="val 3673"/>
            </a:avLst>
          </a:prstGeom>
          <a:solidFill>
            <a:srgbClr val="C0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1325880"/>
            <a:ext cx="1920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RULES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claim a run happened unattended.”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“Surface discrepancies; never resolve them silently.”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“Count the community, not the insiders.”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2976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isn't the automation — it's the judgment encoded as rules. That's what makes a grieving board trust an agent.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— ending well, forward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362188" y="41148"/>
            <a:ext cx="246888" cy="246888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1143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owned. Dissolution run with dignity, on a schedule.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2267712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22219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legacy fund distributing the remaining assets to mission-aligned partners — the community's story continues past the org.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920" y="3346704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46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3300984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repeatable work: transition · turnaround · succession, for small nonprofits, businesses, and public agencies.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consultants sell beginnings. Almost nobody owns endings — and every organization has one.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protocol: Proof-to-Pipeline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922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Interview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+ 5, one at a time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240487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5176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9806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Build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· promo · a working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5371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4690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Capture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kit → form → CRM, tagged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0255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4944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C08A2E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9574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Retro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transcript → v2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— the deck, the gifts, the follow-up you're about to get 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34472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produced by the prompt in your inbox.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transcript of this session feeds the next revision. The loop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gifts. One field. Your choice.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Proof-to-Pipeline — the parameterized prompt that produced this talk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Listening Report — the sanitized production skill, judgment rules intact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1031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agnt-neo/proof-to-pipeline/deck/form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48" y="137160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310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or email — whichever you prefer. </a:t>
            </a:r>
            <a:pPr algn="ctr" indent="0" marL="0">
              <a:buNone/>
            </a:pPr>
            <a:r>
              <a:rPr lang="en-US" sz="15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arrives within the hour.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a small number of fractional engagements for organizations in transition — if you have one, or know one: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42793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scheduler.zoom.us/paul-halvorson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· TRIAD Synergy · DrPaul@TriadSynergy.com · Purpose Driven Action for Business and Community Leaders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2026-08-15T13:19:11Z</dcterms:created>
  <dcterms:modified xsi:type="dcterms:W3CDTF">2026-08-15T13:19:11Z</dcterms:modified>
</cp:coreProperties>
</file>